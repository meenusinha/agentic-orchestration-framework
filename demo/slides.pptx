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AGENTIC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373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58A6FF"/>
                </a:solidFill>
              </a:rPr>
              <a:t>Multi-Repo Agentic
Orchestration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B949E"/>
                </a:solidFill>
              </a:rPr>
              <a:t>Cross-repo AI awareness for lithography software development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MCP Protocol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RAG</a:t>
            </a:r>
          </a:p>
        </p:txBody>
      </p:sp>
      <p:sp>
        <p:nvSpPr>
          <p:cNvPr id="9" name="Rectangle 8"/>
          <p:cNvSpPr/>
          <p:nvPr/>
        </p:nvSpPr>
        <p:spPr>
          <a:xfrm>
            <a:off x="3986784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6512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ChromaDB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31536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1264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sentence-transformers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76288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FastMCP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GitHub Copilot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65792" y="4389120"/>
            <a:ext cx="1371600" cy="320040"/>
          </a:xfrm>
          <a:prstGeom prst="rect">
            <a:avLst/>
          </a:prstGeom>
          <a:solidFill>
            <a:srgbClr val="1F3A5F"/>
          </a:solidFill>
          <a:ln w="9525">
            <a:solidFill>
              <a:srgbClr val="2D59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4498848"/>
            <a:ext cx="1152144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Python 3.11+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Copilot sees only one repo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Real features span multiple lithography subsystems — but your AI assistant is blind to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scan_manager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186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illumination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618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expose_sequence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737360"/>
            <a:ext cx="2560320" cy="6400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05088" y="1847088"/>
            <a:ext cx="23408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F6FC"/>
                </a:solidFill>
              </a:rPr>
              <a:t>📦  wafer_handler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2651760"/>
            <a:ext cx="2560320" cy="731520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2761488"/>
            <a:ext cx="23408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C8CFF"/>
                </a:solidFill>
              </a:rPr>
              <a:t>🤖  GitHub Copilot
     sees only scan_manager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5760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76732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A dose control change in expose_sequence must align with scan_manager timing — Copilot cannot see this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0624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31596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Illumination parameter updates affect exposure logic across repos — completely invisible to the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5488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86460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Developer must manually gather context from all subsystem repos before every cross-repo question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303520"/>
            <a:ext cx="11430000" cy="457200"/>
          </a:xfrm>
          <a:prstGeom prst="rect">
            <a:avLst/>
          </a:prstGeom>
          <a:solidFill>
            <a:srgbClr val="1A0A0A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5413248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🔴   AI suggestions are incomplete — only one subsystem's perspective, missing critical dependencies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An orchestra of specialised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Each subsystem repo has its own agent. An orchestrator routes intelligently. Copilot synthesises.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645920"/>
            <a:ext cx="3931920" cy="548640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24528" y="1755648"/>
            <a:ext cx="3712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C8CFF"/>
                </a:solidFill>
              </a:rPr>
              <a:t>🤖  GitHub Copilot  (Agent mode)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2286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8A6FF"/>
                </a:solidFill>
              </a:rPr>
              <a:t>↕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743200"/>
            <a:ext cx="4480560" cy="8686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50208" y="2852928"/>
            <a:ext cx="4261104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FB950"/>
                </a:solidFill>
              </a:rPr>
              <a:t>🎯  Orchestrator
     Routes by RAG relevance score
     Returns top 2 relevant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703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8A6FF"/>
                </a:solidFill>
              </a:rPr>
              <a:t>↙                    ↓                    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scan_manager
     RAG index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illumination
     RAG 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160520"/>
            <a:ext cx="30175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4270248"/>
            <a:ext cx="279806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📦  expose_sequence
     RAG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230368"/>
            <a:ext cx="10479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FB950"/>
                </a:solidFill>
              </a:rPr>
              <a:t>✅  Feature Analysis Document — cross-subsystem, complete, grounded in real knowledge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it all fits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201168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89888"/>
            <a:ext cx="179222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1280160"/>
            <a:ext cx="393192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70048" y="1389888"/>
            <a:ext cx="37124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280160"/>
            <a:ext cx="5120640" cy="34747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1389888"/>
            <a:ext cx="490118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Role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2763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73736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AI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162763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173736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GitHub Copilot + Agent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162763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173736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Developer's entry point — types feature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13055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24028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213055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224028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copilot-instructions.md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213055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224028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Tells Copilot to call MCP tools in order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63347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74320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Tool Config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263347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70048" y="274320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.vscode/mcp.json  (auto-generated)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63347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274320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Wires up all MCP servers with absolute paths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13639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24612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Orchestrator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313639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70048" y="324612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router_mcp_server.py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313639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324612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Routes query to most relevant subsystem repos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63931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74904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Repo Agents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0" y="363931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70048" y="374904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mcp_server.py  (per repo)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20" y="363931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84848" y="374904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Exposes query_repo tool, runs RAG search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14223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425196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Knowledge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0" y="414223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70048" y="425196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repo_rag.py + ChromaDB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414223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84848" y="425196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Indexes docs + source code, serves queries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645152"/>
            <a:ext cx="20116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754880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Embedding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0" y="4645152"/>
            <a:ext cx="393192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70048" y="4754880"/>
            <a:ext cx="371246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FB950"/>
                </a:solidFill>
              </a:rPr>
              <a:t>all-MiniLM-L6-v2  (local, ~90 MB)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645152"/>
            <a:ext cx="512064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84848" y="4754880"/>
            <a:ext cx="4901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Converts text to semantic vectors, fully offline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★  One setup.py generates all mcp.json and copilot-instructions.md files automatically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Purpose-built from proven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Every layer is local — no cloud calls, no data leaves your machine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AI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160020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78608" y="170992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GitHub Copilot  ·  Agent Mode  ·  copilot-instructions.md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9456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30428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Communication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219456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230428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MCP — Model Context Protocol  ·  stdio transport  ·  JSON-RPC 2.0  ·  FastMCP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8892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89864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Knowledge / RAG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278892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78608" y="289864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ChromaDB (vector store)  ·  sentence-transformers  ·  all-MiniLM-L6-v2 (local model)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49300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Config / Infra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68880" y="338328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8608" y="349300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config.yaml  ·  mcp.json (auto-generated)  ·  Python 3.11+  ·  pysqlite3-binary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77640"/>
            <a:ext cx="2011680" cy="502920"/>
          </a:xfrm>
          <a:prstGeom prst="rect">
            <a:avLst/>
          </a:prstGeom>
          <a:solidFill>
            <a:srgbClr val="161B22"/>
          </a:solidFill>
          <a:ln w="9525">
            <a:solidFill>
              <a:srgbClr val="FF7B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087368"/>
            <a:ext cx="17922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7B72"/>
                </a:solidFill>
              </a:rPr>
              <a:t>IDE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8880" y="3977640"/>
            <a:ext cx="9326880" cy="50292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78608" y="4087368"/>
            <a:ext cx="910742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VS Code  ·  .vscode/mcp.json  ·  .github/copilot-instructions.md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4 steps, fully automatic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0883E"/>
                </a:solidFill>
              </a:rPr>
              <a:t>Developer: "Add real-time dose control feedback during wafer exposure"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Route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orchestrator_router
.get_relevant_repos()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Queries each repo RAG
Scores by content length
Returns top 2 repos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expose_sequence: 0.91
illumination: 0.74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41648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51376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64408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74136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Own Repo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4408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74136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scan_manager
.query_repo()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64408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74136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Searches own docs
+ source code via RAG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4408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74136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Returns scan timing,
stage control knowledge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31736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41464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4496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Query Peers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4224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expose_sequence
.query_repo()
illumination
.query_repo()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Retrieves dose calc,
pulse control knowledge
from selected peers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224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Returns combined
knowledge chunks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33688" y="32004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21824" y="1691640"/>
            <a:ext cx="411480" cy="41148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31552" y="1801368"/>
            <a:ext cx="19202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44584" y="2194560"/>
            <a:ext cx="26517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54312" y="2304288"/>
            <a:ext cx="24323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</a:rPr>
              <a:t>Synthesise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44584" y="2697480"/>
            <a:ext cx="2651760" cy="6400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54312" y="28072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</a:rPr>
              <a:t>Feature Analysis
Document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44584" y="3429000"/>
            <a:ext cx="2651760" cy="100584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54312" y="3538728"/>
            <a:ext cx="243230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Current State per repo
+ cross-subsystem
Solution Design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4526280"/>
            <a:ext cx="2651760" cy="64008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54312" y="4636008"/>
            <a:ext cx="243230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Complete cross-repo
answer for Copilot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UNDER THE HOOD —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each agent knows its subsystem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Retrieval-Augmented Generation — semantic search over your own docs and source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5394960" cy="365760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51755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8A6FF"/>
                </a:solidFill>
              </a:rPr>
              <a:t>PHASE 1 — Indexing  (runs once on first start)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57400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167128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📄  .md docs (knowledge/ + BB-*/*/docs)  →  split into chunks  →  embed  →  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87168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596896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💻  Source code (BB-*/*/com)              →  split into chunks  →  embed  →  ChromaDB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16936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026664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💾  Stored in .chroma_db/  —  persistent cache, rebuilt on each test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83280"/>
            <a:ext cx="5394960" cy="36576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3493008"/>
            <a:ext cx="51755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</a:rPr>
              <a:t>PHASE 2 — Query  (every call to query_repo)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950208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883E"/>
                </a:solidFill>
              </a:rPr>
              <a:t>❓  Feature request: "dose control feedback wafer exposure scan timing"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70248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379976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embed query  →  search docs collection  (top 3 semantically similar chunks)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00016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809744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search code collection  (top 3 chunks) — always, not just when docs are thin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129784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5239512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return:  [From documentation] ...  +  [From source code] 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559552"/>
            <a:ext cx="11430000" cy="38404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669280"/>
            <a:ext cx="112105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6FC"/>
                </a:solidFill>
              </a:rPr>
              <a:t>     →  orchestrator scores:  min(content_length / 800,  1.0)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UNDER THE HOOD —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How agents communicate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Model Context Protocol — stdin/stdout only, no network ports, no cloud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09928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600200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9888" y="1709928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initialize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600200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56048" y="1709928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Handshake — agree on protocol 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75688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185416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2075688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2185416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notifications/initialized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2075688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2185416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Client confirms ready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51176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2660904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msg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2551176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2660904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tools/call  →  query_repo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551176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2660904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Actual RAG query — returns relevant knowledge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026664"/>
            <a:ext cx="822960" cy="411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3136392"/>
            <a:ext cx="60350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8B949E"/>
                </a:solidFill>
              </a:rPr>
              <a:t>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26664"/>
            <a:ext cx="3474720" cy="41148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3136392"/>
            <a:ext cx="325526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result.content[0].text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3026664"/>
            <a:ext cx="6949440" cy="411480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3136392"/>
            <a:ext cx="6729984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RELEVANT KNOWLEDGE: [docs] ... [source code] 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931920"/>
            <a:ext cx="5577840" cy="256032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41648"/>
            <a:ext cx="5358384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router_mcp_server.py
Tool: get_relevant_repos
Called by Copilot in step 1
Spawns each repo agent as subprocess
Scores responses, returns top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931920"/>
            <a:ext cx="5577840" cy="256032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4041648"/>
            <a:ext cx="5358384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6FC"/>
                </a:solidFill>
              </a:rPr>
              <a:t>mcp_server.py  (per subsystem repo)
Tool: query_repo
Called by Copilot + orchestrator
Searches ChromaDB for relevant chunks
Returns docs + source code knowledge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DATA FLOW — PHASE 1  ·  INDEX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F6FC"/>
                </a:solidFill>
              </a:rPr>
              <a:t>RAG Index Built Once per MCP Server on Cold Start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58952"/>
            <a:ext cx="11274552" cy="0"/>
          </a:xfrm>
          <a:prstGeom prst="line">
            <a:avLst/>
          </a:prstGeom>
          <a:ln w="9525">
            <a:solidFill>
              <a:srgbClr val="303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82880" y="914400"/>
            <a:ext cx="2377440" cy="685800"/>
          </a:xfrm>
          <a:prstGeom prst="rect">
            <a:avLst/>
          </a:prstGeom>
          <a:solidFill>
            <a:srgbClr val="0D1F0D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FB950"/>
                </a:solidFill>
              </a:rPr>
              <a:t>test_mcp.py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71016"/>
            <a:ext cx="2194560" cy="288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</a:rPr>
              <a:t>MCP client  ·  subprocess.run()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914400"/>
            <a:ext cx="4846320" cy="68580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1005840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8A6FF"/>
                </a:solidFill>
              </a:rPr>
              <a:t>mcp_server.py  ·  RepoRAG.build_or_load_index()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271016"/>
            <a:ext cx="4663440" cy="288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</a:rPr>
              <a:t>checks collection exists → builds if absent → loads if cached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76272"/>
            <a:ext cx="2926080" cy="713232"/>
          </a:xfrm>
          <a:prstGeom prst="rect">
            <a:avLst/>
          </a:prstGeom>
          <a:solidFill>
            <a:srgbClr val="161B22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67712"/>
            <a:ext cx="2743200" cy="342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0F6FC"/>
                </a:solidFill>
              </a:rPr>
              <a:t>knowledge/*.md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547152"/>
            <a:ext cx="2743200" cy="299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</a:rPr>
              <a:t>documentation · markdown files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2176272"/>
            <a:ext cx="3154680" cy="713232"/>
          </a:xfrm>
          <a:prstGeom prst="rect">
            <a:avLst/>
          </a:prstGeom>
          <a:solidFill>
            <a:srgbClr val="161B22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19" y="2267712"/>
            <a:ext cx="2971800" cy="342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0F6FC"/>
                </a:solidFill>
              </a:rPr>
              <a:t>./src/  source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19" y="2547152"/>
            <a:ext cx="2971800" cy="299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</a:rPr>
              <a:t>.py  .cpp  .h  .java  .go  .rs  ···  12 languages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3273552"/>
            <a:ext cx="6675120" cy="914400"/>
          </a:xfrm>
          <a:prstGeom prst="rect">
            <a:avLst/>
          </a:prstGeom>
          <a:solidFill>
            <a:srgbClr val="2214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40" y="336499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Chunker  (repo_rag.py)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1216" y="3675888"/>
            <a:ext cx="64190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Docs → paragraph split     ·     Code → function / class boundary split
max_chunk_chars = 1500   ·   chunk_overlap_chars = 150   ·   min chunk = 40 chars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4233672"/>
            <a:ext cx="4800600" cy="274320"/>
          </a:xfrm>
          <a:prstGeom prst="rect">
            <a:avLst/>
          </a:prstGeom>
          <a:solidFill>
            <a:srgbClr val="0D182A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94759" y="4251960"/>
            <a:ext cx="4617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8A6FF"/>
                </a:solidFill>
              </a:rPr>
              <a:t>LOAD  SentenceTransformer('all-MiniLM-L6-v2')  ·  ~5-15 s  ·  ~300 MB RAM  ·  paid once at mcp_server process start, before any encoding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03320" y="4572000"/>
            <a:ext cx="4800600" cy="777240"/>
          </a:xfrm>
          <a:prstGeom prst="rect">
            <a:avLst/>
          </a:prstGeom>
          <a:solidFill>
            <a:srgbClr val="10182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59" y="466344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Embedding Model  ·  all-MiniLM-L6-v2  ·  local  ·  offline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31335" y="4974336"/>
            <a:ext cx="45445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encode(texts, normalize_embeddings=True, batch_size=512)  ·  22.7 M params  ·  ~300 MB RAM
text chunks  →  384-dim float32 vectors  (encoder-only: one-way, no inverse)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5650992"/>
            <a:ext cx="5760720" cy="713232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5742431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ChromaDB  ·  .chroma_db/  ·  SQLite WAL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28416" y="5998464"/>
            <a:ext cx="5504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</a:rPr>
              <a:t>collection.add(documents=text_chunks, embeddings=vectors, ids=[…])
docs_collection  +  code_collection  ·  persistent cache  ·  concurrent reads safe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560320" y="1257300"/>
            <a:ext cx="1280160" cy="0"/>
          </a:xfrm>
          <a:prstGeom prst="bentConnector3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072384" y="873252"/>
            <a:ext cx="256032" cy="256032"/>
          </a:xfrm>
          <a:prstGeom prst="rect">
            <a:avLst/>
          </a:prstGeom>
          <a:solidFill>
            <a:srgbClr val="3FB950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72384" y="85496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836676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3FB950"/>
                </a:solidFill>
              </a:rPr>
              <a:t>subprocess.run(mcp_server.py)  ·  JSON-RPC initialize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834640" y="1600200"/>
            <a:ext cx="2057400" cy="576072"/>
          </a:xfrm>
          <a:prstGeom prst="bentConnector3">
            <a:avLst/>
          </a:prstGeom>
          <a:ln w="15876">
            <a:solidFill>
              <a:srgbClr val="8B949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643884" y="1760219"/>
            <a:ext cx="256032" cy="256032"/>
          </a:xfrm>
          <a:prstGeom prst="rect">
            <a:avLst/>
          </a:prstGeom>
          <a:solidFill>
            <a:srgbClr val="8B949E"/>
          </a:solidFill>
          <a:ln w="9525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3884" y="174193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20339" y="168706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reads .md files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35240" y="1600200"/>
            <a:ext cx="1668779" cy="576072"/>
          </a:xfrm>
          <a:prstGeom prst="bentConnector3">
            <a:avLst/>
          </a:prstGeom>
          <a:ln w="15876">
            <a:solidFill>
              <a:srgbClr val="8B949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26629" y="168706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reads source files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834640" y="2889504"/>
            <a:ext cx="457200" cy="384048"/>
          </a:xfrm>
          <a:prstGeom prst="bentConnector3">
            <a:avLst/>
          </a:prstGeom>
          <a:ln w="15876">
            <a:solidFill>
              <a:srgbClr val="F0883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843783" y="2953512"/>
            <a:ext cx="256032" cy="256032"/>
          </a:xfrm>
          <a:prstGeom prst="rect">
            <a:avLst/>
          </a:prstGeom>
          <a:solidFill>
            <a:srgbClr val="F0883E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43783" y="293522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20239" y="288036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0883E"/>
                </a:solidFill>
              </a:rPr>
              <a:t>paragraph chunks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8869680" y="2889504"/>
            <a:ext cx="434339" cy="384048"/>
          </a:xfrm>
          <a:prstGeom prst="bentConnector3">
            <a:avLst/>
          </a:prstGeom>
          <a:ln w="15876">
            <a:solidFill>
              <a:srgbClr val="F0883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943849" y="288036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0883E"/>
                </a:solidFill>
              </a:rPr>
              <a:t>fn-boundary chunks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080760" y="4187952"/>
            <a:ext cx="22860" cy="384048"/>
          </a:xfrm>
          <a:prstGeom prst="line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6153912" y="4251960"/>
            <a:ext cx="256032" cy="25603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53912" y="423367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8232" y="427024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58A6FF"/>
                </a:solidFill>
              </a:rPr>
              <a:t>text chunks  (batch 512)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6080760" y="5349240"/>
            <a:ext cx="22860" cy="301752"/>
          </a:xfrm>
          <a:prstGeom prst="line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6176772" y="5372100"/>
            <a:ext cx="256032" cy="256032"/>
          </a:xfrm>
          <a:prstGeom prst="rect">
            <a:avLst/>
          </a:prstGeom>
          <a:solidFill>
            <a:srgbClr val="3FB950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76772" y="53538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51092" y="539038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3FB950"/>
                </a:solidFill>
              </a:rPr>
              <a:t>384-dim float32[]  +  original text  +  ids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DATA FLOW — PHASE 2  ·  QUERY  (test_mcp.py)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F0F6FC"/>
                </a:solidFill>
              </a:rPr>
              <a:t>Feature Request → Routing → Per-Repo RAG Search → Feature Analysis Document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58952"/>
            <a:ext cx="11274552" cy="0"/>
          </a:xfrm>
          <a:prstGeom prst="line">
            <a:avLst/>
          </a:prstGeom>
          <a:ln w="9525">
            <a:solidFill>
              <a:srgbClr val="303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37160" y="822960"/>
            <a:ext cx="11932920" cy="2304288"/>
          </a:xfrm>
          <a:prstGeom prst="rect">
            <a:avLst/>
          </a:prstGeom>
          <a:solidFill>
            <a:srgbClr val="0D140D"/>
          </a:solidFill>
          <a:ln w="9525">
            <a:solidFill>
              <a:srgbClr val="1A3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850392"/>
            <a:ext cx="11704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FB950"/>
                </a:solidFill>
              </a:rPr>
              <a:t>STEP 1 — ROUTING  (router_mcp_server.py queries each peer repo to score relevance)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3218688"/>
            <a:ext cx="11932920" cy="2999232"/>
          </a:xfrm>
          <a:prstGeom prst="rect">
            <a:avLst/>
          </a:prstGeom>
          <a:solidFill>
            <a:srgbClr val="0D141F"/>
          </a:solidFill>
          <a:ln w="9525">
            <a:solidFill>
              <a:srgbClr val="1A2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3246120"/>
            <a:ext cx="11704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8A6FF"/>
                </a:solidFill>
              </a:rPr>
              <a:t>STEP 2 — QUERY  (per-repo RAG: embed query → ChromaDB similarity search → top-k chunks)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115568"/>
            <a:ext cx="1920240" cy="777240"/>
          </a:xfrm>
          <a:prstGeom prst="rect">
            <a:avLst/>
          </a:prstGeom>
          <a:solidFill>
            <a:srgbClr val="0D1F0D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18872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FB950"/>
                </a:solidFill>
              </a:rPr>
              <a:t>test_mcp.py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5179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</a:rPr>
              <a:t>MCP client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1115568"/>
            <a:ext cx="3931920" cy="77724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11887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FB950"/>
                </a:solidFill>
              </a:rPr>
              <a:t>router_mcp_server.py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1481328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</a:rPr>
              <a:t>get_relevant_repos(requesting_repo, feature_description)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9" y="1115568"/>
            <a:ext cx="3977639" cy="777240"/>
          </a:xfrm>
          <a:prstGeom prst="rect">
            <a:avLst/>
          </a:prstGeom>
          <a:solidFill>
            <a:srgbClr val="1A1405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188720"/>
            <a:ext cx="3794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0883E"/>
                </a:solidFill>
              </a:rPr>
              <a:t>mcp_server.py  × peers  (ephemeral)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481328"/>
            <a:ext cx="3794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</a:rPr>
              <a:t>subprocess.run()  ·  query_repo(feature_request)  ·  exits after call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9" y="1993392"/>
            <a:ext cx="3977639" cy="594360"/>
          </a:xfrm>
          <a:prstGeom prst="rect">
            <a:avLst/>
          </a:prstGeom>
          <a:solidFill>
            <a:srgbClr val="141003"/>
          </a:solidFill>
          <a:ln w="9525">
            <a:solidFill>
              <a:srgbClr val="44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029968"/>
            <a:ext cx="3794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0883E"/>
                </a:solidFill>
              </a:rPr>
              <a:t>score = min(len(response) / 800,  1.0)
0.0 if '(no relevant knowledge found)'  ·  top-2 returned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1993392"/>
            <a:ext cx="3931920" cy="594360"/>
          </a:xfrm>
          <a:prstGeom prst="rect">
            <a:avLst/>
          </a:prstGeom>
          <a:solidFill>
            <a:srgbClr val="031207"/>
          </a:solidFill>
          <a:ln w="9525">
            <a:solidFill>
              <a:srgbClr val="1A4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520" y="2029968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3FB950"/>
                </a:solidFill>
              </a:rPr>
              <a:t>③ returns: [repo-b, repo-c]  (top-2 by relevance score)
test_mcp.py notes selected repos for Step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2670048"/>
            <a:ext cx="3977639" cy="384048"/>
          </a:xfrm>
          <a:prstGeom prst="rect">
            <a:avLst/>
          </a:prstGeom>
          <a:solidFill>
            <a:srgbClr val="0D14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2688336"/>
            <a:ext cx="3794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8A6FF"/>
                </a:solidFill>
              </a:rPr>
              <a:t>model loaded fresh per subprocess call  ·  ~5-15 s each  ·  ~300 MB RAM each
8 calls for 3 repos → ~40-120 s model-load overhead on cold start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76272" y="1504188"/>
            <a:ext cx="749808" cy="0"/>
          </a:xfrm>
          <a:prstGeom prst="bentConnector3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423160" y="1133855"/>
            <a:ext cx="256032" cy="256032"/>
          </a:xfrm>
          <a:prstGeom prst="rect">
            <a:avLst/>
          </a:prstGeom>
          <a:solidFill>
            <a:srgbClr val="3FB950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23160" y="111556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10789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3FB950"/>
                </a:solidFill>
              </a:rPr>
              <a:t>subprocess.run(router)  ·  tools/call get_relevant_repos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0" y="1504188"/>
            <a:ext cx="1097279" cy="0"/>
          </a:xfrm>
          <a:prstGeom prst="bentConnector3">
            <a:avLst/>
          </a:prstGeom>
          <a:ln w="15876">
            <a:solidFill>
              <a:srgbClr val="F0883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7278624" y="1133855"/>
            <a:ext cx="256032" cy="256032"/>
          </a:xfrm>
          <a:prstGeom prst="rect">
            <a:avLst/>
          </a:prstGeom>
          <a:solidFill>
            <a:srgbClr val="F0883E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78624" y="111556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07899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0883E"/>
                </a:solidFill>
              </a:rPr>
              <a:t>subprocess.run(mcp_server) × R-1 peers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" y="3456432"/>
            <a:ext cx="1920240" cy="777240"/>
          </a:xfrm>
          <a:prstGeom prst="rect">
            <a:avLst/>
          </a:prstGeom>
          <a:solidFill>
            <a:srgbClr val="0D1F0D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35295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FB950"/>
                </a:solidFill>
              </a:rPr>
              <a:t>test_mcp.py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" y="38587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</a:rPr>
              <a:t>_mcp_call() × 3 repos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26080" y="3456432"/>
            <a:ext cx="2834640" cy="777240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17520" y="352958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8A6FF"/>
                </a:solidFill>
              </a:rPr>
              <a:t>mcp_server.py  ×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822191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</a:rPr>
              <a:t>rag.query(feature_request)  ·  ephemeral subprocess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0" y="3456432"/>
            <a:ext cx="3017520" cy="777240"/>
          </a:xfrm>
          <a:prstGeom prst="rect">
            <a:avLst/>
          </a:prstGeom>
          <a:solidFill>
            <a:srgbClr val="10182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0" y="352958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8A6FF"/>
                </a:solidFill>
              </a:rPr>
              <a:t>Embedding Model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822191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</a:rPr>
              <a:t>_embed([feature_request])  →  384-dim query vector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4480560"/>
            <a:ext cx="5074920" cy="141732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0" y="454456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ChromaDB  ·  .chroma_db/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7728" y="4864608"/>
            <a:ext cx="4855464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docs_collection.query(query_embeddings, n_results=top_k)  →  top-k doc chunks + L2 distances
code_collection.query(query_embeddings, n_results=top_k)  →  top-k code chunks + L2 distances
keyword_search(question)  →  additional substring-matched chunks
similarity_threshold filter  →  drop chunks with L2 dist &gt; threshold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26080" y="4800600"/>
            <a:ext cx="3474720" cy="777240"/>
          </a:xfrm>
          <a:prstGeom prst="rect">
            <a:avLst/>
          </a:prstGeom>
          <a:solidFill>
            <a:srgbClr val="1F12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17520" y="486460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0883E"/>
                </a:solidFill>
              </a:rPr>
              <a:t>RELEVANT KNOWLEDGE: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513892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</a:rPr>
              <a:t>[From documentation] ... + [From source code] ...
buffered in proc.stdout → returned to test_mcp.py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6032" y="4800600"/>
            <a:ext cx="1920240" cy="777240"/>
          </a:xfrm>
          <a:prstGeom prst="rect">
            <a:avLst/>
          </a:prstGeom>
          <a:solidFill>
            <a:srgbClr val="1A1A0A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" y="487375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0883E"/>
                </a:solidFill>
              </a:rPr>
              <a:t>feature_analysis.md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7472" y="51846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routing scores + all repo knowledge + instructions for Copilot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6032" y="4261104"/>
            <a:ext cx="6492240" cy="192024"/>
          </a:xfrm>
          <a:prstGeom prst="rect">
            <a:avLst/>
          </a:prstGeom>
          <a:solidFill>
            <a:srgbClr val="0D14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7472" y="4270248"/>
            <a:ext cx="63093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58A6FF"/>
                </a:solidFill>
              </a:rPr>
              <a:t>each ephemeral mcp_server subprocess loads all-MiniLM-L6-v2 fresh  ·  ~5-15 s per subprocess  ·  ~300 MB RAM per process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176272" y="3845052"/>
            <a:ext cx="749808" cy="0"/>
          </a:xfrm>
          <a:prstGeom prst="bentConnector3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2423160" y="3483864"/>
            <a:ext cx="256032" cy="25603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23160" y="346557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28800" y="34198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58A6FF"/>
                </a:solidFill>
              </a:rPr>
              <a:t>subprocess.run(mcp_server)  ·  tools/call query_repo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760720" y="3845052"/>
            <a:ext cx="1097280" cy="0"/>
          </a:xfrm>
          <a:prstGeom prst="bentConnector3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181344" y="3483864"/>
            <a:ext cx="256032" cy="256032"/>
          </a:xfrm>
          <a:prstGeom prst="rect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81344" y="346557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0" y="34198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58A6FF"/>
                </a:solidFill>
              </a:rPr>
              <a:t>_embed([query])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366760" y="4233672"/>
            <a:ext cx="0" cy="246888"/>
          </a:xfrm>
          <a:prstGeom prst="line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8449056" y="4224528"/>
            <a:ext cx="256032" cy="256032"/>
          </a:xfrm>
          <a:prstGeom prst="rect">
            <a:avLst/>
          </a:prstGeom>
          <a:solidFill>
            <a:srgbClr val="3FB950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49056" y="420624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32520" y="4297680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3FB950"/>
                </a:solidFill>
              </a:rPr>
              <a:t>query_vector</a:t>
            </a:r>
          </a:p>
        </p:txBody>
      </p:sp>
      <p:cxnSp>
        <p:nvCxnSpPr>
          <p:cNvPr id="64" name="Connector 63"/>
          <p:cNvCxnSpPr/>
          <p:nvPr/>
        </p:nvCxnSpPr>
        <p:spPr>
          <a:xfrm flipH="1">
            <a:off x="6400800" y="5189220"/>
            <a:ext cx="457200" cy="0"/>
          </a:xfrm>
          <a:prstGeom prst="bentConnector3">
            <a:avLst/>
          </a:prstGeom>
          <a:ln w="15876">
            <a:solidFill>
              <a:srgbClr val="F0883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6409944" y="4828032"/>
            <a:ext cx="256032" cy="256032"/>
          </a:xfrm>
          <a:prstGeom prst="rect">
            <a:avLst/>
          </a:prstGeom>
          <a:solidFill>
            <a:srgbClr val="F0883E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9944" y="480974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D1117"/>
                </a:solidFill>
              </a:rPr>
              <a:t>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03520" y="49194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0883E"/>
                </a:solidFill>
              </a:rPr>
              <a:t>top-k chunks + L2 dists</a:t>
            </a:r>
          </a:p>
        </p:txBody>
      </p:sp>
      <p:cxnSp>
        <p:nvCxnSpPr>
          <p:cNvPr id="68" name="Connector 67"/>
          <p:cNvCxnSpPr/>
          <p:nvPr/>
        </p:nvCxnSpPr>
        <p:spPr>
          <a:xfrm flipH="1">
            <a:off x="2176272" y="5189220"/>
            <a:ext cx="749808" cy="0"/>
          </a:xfrm>
          <a:prstGeom prst="bentConnector3">
            <a:avLst/>
          </a:prstGeom>
          <a:ln w="15876">
            <a:solidFill>
              <a:srgbClr val="F0883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828800" y="49194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0883E"/>
                </a:solidFill>
              </a:rPr>
              <a:t>RELEVANT KNOWLEDGE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216152" y="4233672"/>
            <a:ext cx="0" cy="566928"/>
          </a:xfrm>
          <a:prstGeom prst="line">
            <a:avLst/>
          </a:prstGeom>
          <a:ln w="15876">
            <a:solidFill>
              <a:srgbClr val="F0883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1353312" y="45079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F0883E"/>
                </a:solidFill>
              </a:rPr>
              <a:t>writes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DATA FLOW — VS CODE SESSION  ·  3 REPOS + ORCHESTRATOR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0F6FC"/>
                </a:solidFill>
              </a:rPr>
              <a:t>VS Code spawns 4 permanent servers per window  ·  router spawns ephemeral peer subprocesses only during routing calls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58952"/>
            <a:ext cx="11274552" cy="0"/>
          </a:xfrm>
          <a:prstGeom prst="line">
            <a:avLst/>
          </a:prstGeom>
          <a:ln w="9525">
            <a:solidFill>
              <a:srgbClr val="303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01168" y="841248"/>
            <a:ext cx="2697480" cy="512064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868680"/>
            <a:ext cx="2551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8A6FF"/>
                </a:solidFill>
              </a:rPr>
              <a:t>VS Code
repo-a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08760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581912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</a:rPr>
              <a:t>router_mcp_server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837943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86000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2359152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58A6FF"/>
                </a:solidFill>
              </a:rPr>
              <a:t>repo-a/mcp_server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2615184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063239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3136391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</a:rPr>
              <a:t>repo-b/mcp_server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3392423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840479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3913631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C8CFF"/>
                </a:solidFill>
              </a:rPr>
              <a:t>repo-c/mcp_server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4169663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841248"/>
            <a:ext cx="2697480" cy="512064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82112" y="868680"/>
            <a:ext cx="2551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FB950"/>
                </a:solidFill>
              </a:rPr>
              <a:t>VS Code
repo-b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82112" y="1508760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55264" y="1581912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</a:rPr>
              <a:t>router_mcp_server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5264" y="1837943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82112" y="2286000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55264" y="2359152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58A6FF"/>
                </a:solidFill>
              </a:rPr>
              <a:t>repo-a/mcp_server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55264" y="2615184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82112" y="3063239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55264" y="3136391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</a:rPr>
              <a:t>repo-b/mcp_server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55264" y="3392423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82112" y="3840479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55264" y="3913631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C8CFF"/>
                </a:solidFill>
              </a:rPr>
              <a:t>repo-c/mcp_server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55264" y="4169663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16752" y="841248"/>
            <a:ext cx="2697480" cy="512064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9904" y="868680"/>
            <a:ext cx="2551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BC8CFF"/>
                </a:solidFill>
              </a:rPr>
              <a:t>VS Code
repo-c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9904" y="1508760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63056" y="1581912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</a:rPr>
              <a:t>router_mcp_server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63056" y="1837943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9904" y="2286000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63056" y="2359152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58A6FF"/>
                </a:solidFill>
              </a:rPr>
              <a:t>repo-a/mcp_server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63056" y="2615184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9904" y="3063239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63056" y="3136391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</a:rPr>
              <a:t>repo-b/mcp_server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63056" y="3392423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9904" y="3840479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63056" y="3913631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C8CFF"/>
                </a:solidFill>
              </a:rPr>
              <a:t>repo-c/mcp_server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63056" y="4169663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24544" y="841248"/>
            <a:ext cx="2697480" cy="512064"/>
          </a:xfrm>
          <a:prstGeom prst="rect">
            <a:avLst/>
          </a:prstGeom>
          <a:solidFill>
            <a:srgbClr val="2214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97696" y="868680"/>
            <a:ext cx="2551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0883E"/>
                </a:solidFill>
              </a:rPr>
              <a:t>VS Code
orchestrator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97696" y="1508760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70848" y="1581912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</a:rPr>
              <a:t>router_mcp_server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0848" y="1837943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97696" y="2286000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70848" y="2359152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58A6FF"/>
                </a:solidFill>
              </a:rPr>
              <a:t>repo-a/mcp_server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70848" y="2615184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97696" y="3063239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70848" y="3136391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</a:rPr>
              <a:t>repo-b/mcp_server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0848" y="3392423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97696" y="3840479"/>
            <a:ext cx="2551176" cy="621792"/>
          </a:xfrm>
          <a:prstGeom prst="rect">
            <a:avLst/>
          </a:prstGeom>
          <a:solidFill>
            <a:srgbClr val="12171F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70848" y="3913631"/>
            <a:ext cx="2404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C8CFF"/>
                </a:solidFill>
              </a:rPr>
              <a:t>repo-c/mcp_server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0848" y="4169663"/>
            <a:ext cx="2404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B949E"/>
                </a:solidFill>
              </a:rPr>
              <a:t>permanent · model loaded once at startup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1168" y="4544568"/>
            <a:ext cx="11887200" cy="155448"/>
          </a:xfrm>
          <a:prstGeom prst="rect">
            <a:avLst/>
          </a:prstGeom>
          <a:solidFill>
            <a:srgbClr val="0D14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0040" y="4553712"/>
            <a:ext cx="116586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58A6FF"/>
                </a:solidFill>
              </a:rPr>
              <a:t>all-MiniLM-L6-v2 loaded ONCE at VS Code startup per process  ·  model stays in RAM for ALL Copilot queries  ·  16 procs × ~300 MB ≈ 4.8 GB total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1168" y="4736592"/>
            <a:ext cx="11887200" cy="347472"/>
          </a:xfrm>
          <a:prstGeom prst="rect">
            <a:avLst/>
          </a:prstGeom>
          <a:solidFill>
            <a:srgbClr val="101218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0040" y="4773168"/>
            <a:ext cx="1165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0F6FC"/>
                </a:solidFill>
              </a:rPr>
              <a:t>4 windows  ×  4 servers each  =  16 permanent Python processes  (+ ~8 VS Code/Electron procs per window = ~48 total OS processes)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1168" y="5166360"/>
            <a:ext cx="11887200" cy="1508760"/>
          </a:xfrm>
          <a:prstGeom prst="rect">
            <a:avLst/>
          </a:prstGeom>
          <a:solidFill>
            <a:srgbClr val="0A120A"/>
          </a:solidFill>
          <a:ln w="9525">
            <a:solidFill>
              <a:srgbClr val="1A3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5193792"/>
            <a:ext cx="11658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FB950"/>
                </a:solidFill>
              </a:rPr>
              <a:t>When Copilot in repo-a window types a feature request: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" y="5468112"/>
            <a:ext cx="1554480" cy="987552"/>
          </a:xfrm>
          <a:prstGeom prst="rect">
            <a:avLst/>
          </a:prstGeom>
          <a:solidFill>
            <a:srgbClr val="2D1F47"/>
          </a:solidFill>
          <a:ln w="9525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93192" y="5645871"/>
            <a:ext cx="1408176" cy="64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C8CFF"/>
                </a:solidFill>
              </a:rPr>
              <a:t>Copilot
(repo-a)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11680" y="5468112"/>
            <a:ext cx="1554480" cy="987552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84832" y="5645871"/>
            <a:ext cx="1408176" cy="64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</a:rPr>
              <a:t>router_mcp_server
(permanent proc)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46320" y="5468112"/>
            <a:ext cx="1554480" cy="987552"/>
          </a:xfrm>
          <a:prstGeom prst="rect">
            <a:avLst/>
          </a:prstGeom>
          <a:solidFill>
            <a:srgbClr val="221400"/>
          </a:solidFill>
          <a:ln w="9525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919472" y="5645871"/>
            <a:ext cx="1408176" cy="64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0883E"/>
                </a:solidFill>
              </a:rPr>
              <a:t>ephemeral
mcp_server × peers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89520" y="5468112"/>
            <a:ext cx="1554480" cy="987552"/>
          </a:xfrm>
          <a:prstGeom prst="rect">
            <a:avLst/>
          </a:prstGeom>
          <a:solidFill>
            <a:srgbClr val="0D1F35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62672" y="5645871"/>
            <a:ext cx="1408176" cy="64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58A6FF"/>
                </a:solidFill>
              </a:rPr>
              <a:t>repo-a
mcp_server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09760" y="5468112"/>
            <a:ext cx="1554480" cy="987552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2912" y="5645871"/>
            <a:ext cx="1408176" cy="64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</a:rPr>
              <a:t>repo-b/c
mcp_server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874519" y="5961888"/>
            <a:ext cx="137161" cy="0"/>
          </a:xfrm>
          <a:prstGeom prst="bentConnector3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810512" y="532180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3FB950"/>
                </a:solidFill>
              </a:rPr>
              <a:t>①
stdio pipe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3749039" y="5961888"/>
            <a:ext cx="1097281" cy="0"/>
          </a:xfrm>
          <a:prstGeom prst="bentConnector3">
            <a:avLst/>
          </a:prstGeom>
          <a:ln w="15876">
            <a:solidFill>
              <a:srgbClr val="F0883E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703320" y="532180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F0883E"/>
                </a:solidFill>
              </a:rPr>
              <a:t>② subprocess.run
× peers (ephemeral)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6492240" y="5961888"/>
            <a:ext cx="1097280" cy="0"/>
          </a:xfrm>
          <a:prstGeom prst="bentConnector3">
            <a:avLst/>
          </a:prstGeom>
          <a:ln w="15876">
            <a:solidFill>
              <a:srgbClr val="58A6F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6537960" y="532180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58A6FF"/>
                </a:solidFill>
              </a:rPr>
              <a:t>③ top-2 repos
selected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366760" y="5961888"/>
            <a:ext cx="1143000" cy="0"/>
          </a:xfrm>
          <a:prstGeom prst="bentConnector3">
            <a:avLst/>
          </a:prstGeom>
          <a:ln w="15876">
            <a:solidFill>
              <a:srgbClr val="3FB95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8321040" y="532180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3FB950"/>
                </a:solidFill>
              </a:rPr>
              <a:t>④ query_repo
stdio pipe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0040" y="6510528"/>
            <a:ext cx="1165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</a:rPr>
              <a:t>Each permanent mcp_server holds open its repo's .chroma_db/ (SQLite WAL).  Queries are concurrent reads — safe.  Router uses ephemeral subprocesses; does NOT reuse the permanent server processes.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0F6FC"/>
                </a:solidFill>
              </a:rPr>
              <a:t>What the user does —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8988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8016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8988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Clone framework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2" y="128016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38988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git clone &lt;this repo&gt;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89280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178308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89280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Copy embedding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73552" y="178308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89280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Copy models/all-MiniLM-L6-v2/ into repo root  (offline, ~90 MB)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8600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39572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" y="228600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39572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Install dependencies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3552" y="228600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39572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pip install -r requirements.txt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78892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89864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" y="278892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289864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Configure orchestrator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3552" y="278892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289864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Edit orchestrator/mcp/config.yaml — list all subsystem repos + paths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29184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40156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" y="329184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40156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Add agent files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73552" y="329184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40156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cp repo-agent/mcp/ knowledge/ .github/  into each subsystem repo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79476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90448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" y="379476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390448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Configure each repo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379476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0" y="390448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Edit each repo's mcp/config.yaml — set repo_name and src_path (glob ok)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29768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440740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" y="429768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40740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Run setup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73552" y="429768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83280" y="440740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python orchestrator/setup.py — generates mcp.json + copilot-instructions.md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800600"/>
            <a:ext cx="347472" cy="438912"/>
          </a:xfrm>
          <a:prstGeom prst="rect">
            <a:avLst/>
          </a:prstGeom>
          <a:solidFill>
            <a:srgbClr val="1F3A5F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910328"/>
            <a:ext cx="128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4672" y="4800600"/>
            <a:ext cx="2377440" cy="438912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4910328"/>
            <a:ext cx="21579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Open in VS Code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3552" y="4800600"/>
            <a:ext cx="8869680" cy="438912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83280" y="4910328"/>
            <a:ext cx="8650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source .venv/bin/activate  &amp;&amp;  code /path/to/repo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883E"/>
                </a:solidFill>
              </a:rPr>
              <a:t>★  Only config.yaml files are ever edited by the user — everything else is generated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58A6FF"/>
                </a:solidFill>
              </a:rPr>
              <a:t>Let's see it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Terminal 1 — watch live logs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76272"/>
            <a:ext cx="1033272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286000"/>
            <a:ext cx="10113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tail -f /tmp/mcp-orchestration.log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Terminal 2 — run the simulation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182112"/>
            <a:ext cx="10332720" cy="457200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291840"/>
            <a:ext cx="101132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python test_mcp.py "dose control feedback wafer exposure scan timing"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949E"/>
                </a:solidFill>
              </a:rPr>
              <a:t>Output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9768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440740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Searching docs (top_k=3)...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66344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477316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Docs: 3 results, 480 chars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02920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513892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Searching source code (top_k=3)...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39496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550468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[scan_manager]  [RAG]   Code: 3 results, 620 chars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760720"/>
            <a:ext cx="10332720" cy="338328"/>
          </a:xfrm>
          <a:prstGeom prst="rect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870448"/>
            <a:ext cx="10113264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</a:rPr>
              <a:t>LOG  |  [orchestrator]  [RESULT] Selected: ['expose_sequence', 'illumination']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6446520"/>
            <a:ext cx="10332720" cy="347472"/>
          </a:xfrm>
          <a:prstGeom prst="rect">
            <a:avLst/>
          </a:prstGeom>
          <a:solidFill>
            <a:srgbClr val="0D1F1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6556248"/>
            <a:ext cx="101132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FB950"/>
                </a:solidFill>
              </a:rPr>
              <a:t>🎯  Output saved to feature_analysis.md — paste into Copilot chat for cross-subsystem Solution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