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A6FF"/>
                </a:solidFill>
              </a:rPr>
              <a:t>Multi-Repo Agentic
Orchestration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Cross-repo AI awareness for lithography software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MCP Protocol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6784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sentence-transformers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6288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FastMCP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Python 3.11+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Copilot sees only one repo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Real features span multiple lithography subsystems — but your AI assistant is blind to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scan_manager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186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illumination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18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expose_sequence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wafer_handler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651760"/>
            <a:ext cx="2560320" cy="73152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2761488"/>
            <a:ext cx="23408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8CFF"/>
                </a:solidFill>
              </a:rPr>
              <a:t>🤖  GitHub Copilot
     sees only scan_manager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76732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 dose control change in expose_sequence must align with scan_manager timing — Copilot cannot see this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0624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1596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Illumination parameter updates affect exposure logic across repos — completely invisible to the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6460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Developer must manually gather context from all subsystem repos before every cross-repo question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41324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AI suggestions are incomplete — only one subsystem's perspective, missing critical dependencies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An orchestra of specialised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Each subsystem repo has its own agent. An orchestrator routes intelligently. Copilot synthesises.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645920"/>
            <a:ext cx="3931920" cy="54864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24528" y="1755648"/>
            <a:ext cx="3712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8CFF"/>
                </a:solidFill>
              </a:rPr>
              <a:t>🤖  GitHub Copilot  (Agent mode)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A6FF"/>
                </a:solidFill>
              </a:rPr>
              <a:t>↕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743200"/>
            <a:ext cx="4480560" cy="8686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2852928"/>
            <a:ext cx="4261104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FB950"/>
                </a:solidFill>
              </a:rPr>
              <a:t>🎯  Orchestrator
     Routes by RAG relevance score
     Returns top 2 relevant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8A6FF"/>
                </a:solidFill>
              </a:rPr>
              <a:t>↙                    ↓                    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scan_manager
     RAG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illumination
     RAG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expose_sequence
     RAG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30368"/>
            <a:ext cx="10479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✅  Feature Analysis Document — cross-subsystem, complete, grounded in real knowledge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it all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01168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7922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280160"/>
            <a:ext cx="393192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0048" y="1389888"/>
            <a:ext cx="37124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80160"/>
            <a:ext cx="512064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389888"/>
            <a:ext cx="490118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276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AI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276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17373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GitHub Copilot + Agent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6276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17373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Developer's entry point — types feature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305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2402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1305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2402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copilot-instructions.md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1305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2402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Tells Copilot to call MCP tools in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3347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74320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Tool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3347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74320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.vscode/mcp.json  (auto-generated)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63347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74320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Wires up all MCP servers with absolute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3639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24612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Orchestrator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13639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24612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router_mcp_server.py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13639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24612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Routes query to most relevant subsystem repos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3931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74904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Repo Agents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63931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70048" y="374904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mcp_server.py  (per repo)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3931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374904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Exposes query_repo tool, runs RAG search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1422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2519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Knowledge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1422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0048" y="42519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repo_rag.py + ChromaDB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1422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42519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Indexes docs + source code, serves queries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6451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7548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Embedding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46451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47548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all-MiniLM-L6-v2  (local, ~90 MB)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6451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47548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Converts text to semantic vectors, fully offline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One setup.py generates all mcp.json and copilot-instructions.md files automatically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Purpose-built from proven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Every layer is local — no cloud calls, no data leaves your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AI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60020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8608" y="170992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GitHub Copilot  ·  Agent Mode  ·  copilot-instructions.md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0428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Communication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19456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230428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 — Model Context Protocol  ·  stdio transport  ·  JSON-RPC 2.0  ·  FastMCP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89864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Knowledge / 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78892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289864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ChromaDB (vector store)  ·  sentence-transformers  ·  all-MiniLM-L6-v2 (local model)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9300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Config / Infra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38328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8608" y="349300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config.yaml  ·  mcp.json (auto-generated)  ·  Python 3.11+  ·  pysqlite3-binary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08736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7B72"/>
                </a:solidFill>
              </a:rPr>
              <a:t>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397764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8608" y="408736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VS Code  ·  .vscode/mcp.json  ·  .github/copilot-instructions.md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4 steps, fully automatic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883E"/>
                </a:solidFill>
              </a:rPr>
              <a:t>Developer: "Add real-time dose control feedback during wafer exposure"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Route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orchestrator_router
.get_relevant_repos()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Queries each repo RAG
Scores by content length
Returns top 2 repos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expose_sequence: 0.91
illumination: 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41648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51376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Own Repo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scan_manager
.query_repo()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4136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Searches own docs
+ source code via 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74136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scan timing,
stage control knowledge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31736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1464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Query Peers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expose_sequence
.query_repo()
illumination
.query_repo()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Retrieves dose calc,
pulse control knowledge
from selected peers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combined
knowledge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33688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21824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54312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Synthesise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Feature Analysis
Document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54312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Current State per repo
+ cross-subsystem
Solution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Complete cross-repo
answer for Copilot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each agent knows its subsystem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Retrieval-Augmented Generation — semantic search over your own docs and source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394960" cy="36576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PHASE 1 — Indexing  (runs once on first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16712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📄  .md docs (knowledge/ + BB-*/*/docs)  →  split into chunks  →  embed  → 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8716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59689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💻  Source code (BB-*/*/com)              →  split into chunks  →  embed  →  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02666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💾  Stored in .chroma_db/  —  persistent cache, rebuilt on each test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5394960" cy="3657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49300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PHASE 2 — Query  (every call to query_repo)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95020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❓  Feature request: "dose control feedback wafer exposure scan timing"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7024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7997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embed query  →  search docs collection  (top 3 semantically similar chunks)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001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0974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search code collection  (top 3 chunks) — always, not just when docs are thin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9784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239512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return:  [From documentation] ...  +  [From source code]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59552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669280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orchestrator scores:  min(content_length / 800,  1.0)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agents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Model Context Protocol — stdin/stdout only, no network ports, no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600200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709928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initialize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00200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1709928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Handshake — agree on protocol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85416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075688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2185416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notifications/initialized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075688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2185416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Client confirms 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51176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660904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551176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2660904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tools/call  →  query_repo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551176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660904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Actual RAG query — returns relevant knowledge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26664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26664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3136392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result.content[0].text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3026664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3136392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RELEVANT KNOWLEDGE: [docs] ... [source code]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931920"/>
            <a:ext cx="5577840" cy="256032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router_mcp_server.py
Tool: get_relevant_repos
Called by Copilot in step 1
Spawns each repo agent as subprocess
Scores responses, returns top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931920"/>
            <a:ext cx="5577840" cy="256032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mcp_server.py  (per subsystem repo)
Tool: query_repo
Called by Copilot + orchestrator
Searches ChromaDB for relevant chunks
Returns docs + source code knowledge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DATA 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383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0F6FC"/>
                </a:solidFill>
              </a:rPr>
              <a:t>Agentic Orchestration — Components, Interfaces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758952"/>
            <a:ext cx="3291840" cy="566928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77639" y="832103"/>
            <a:ext cx="320040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GitHub Copilot  (Agent Mode  ·  LLM)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965960"/>
            <a:ext cx="2651760" cy="8229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2039112"/>
            <a:ext cx="256032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FB950"/>
                </a:solidFill>
              </a:rPr>
              <a:t>Orchestrator
router_mcp_server.py
get_relevant_repos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89888"/>
            <a:ext cx="256032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426464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scan_manager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728216"/>
            <a:ext cx="2468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mcp_server.py  ·  query_repo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331720"/>
            <a:ext cx="256032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368296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illumination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670048"/>
            <a:ext cx="2468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mcp_server.py  ·  query_repo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273552"/>
            <a:ext cx="256032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expose_sequence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611880"/>
            <a:ext cx="2468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mcp_server.py  ·  query_repo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828800"/>
            <a:ext cx="2468880" cy="1005840"/>
          </a:xfrm>
          <a:prstGeom prst="rect">
            <a:avLst/>
          </a:prstGeom>
          <a:solidFill>
            <a:srgbClr val="2A16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1920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0883E"/>
                </a:solidFill>
              </a:rPr>
              <a:t>RAG Engine
repo_rag.py
hybrid: semantic + keyword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920240"/>
            <a:ext cx="2560320" cy="914400"/>
          </a:xfrm>
          <a:prstGeom prst="rect">
            <a:avLst/>
          </a:prstGeom>
          <a:solidFill>
            <a:srgbClr val="10182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01168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0F6FC"/>
                </a:solidFill>
              </a:rPr>
              <a:t>Embedding Model
all-MiniLM-L6-v2
local  ·  offline  ·  ~90 MB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703320"/>
            <a:ext cx="2468880" cy="658368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3776472"/>
            <a:ext cx="2377440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B950"/>
                </a:solidFill>
              </a:rPr>
              <a:t>ChromaDB  ·  .chroma_db/
vector store  ·  L2 distance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4709160"/>
            <a:ext cx="1737360" cy="566928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4764024"/>
            <a:ext cx="1682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.md Docs
knowledge/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4709160"/>
            <a:ext cx="1737360" cy="566928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1" y="4764024"/>
            <a:ext cx="1682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Source Code
./src  (12 languages)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3611880"/>
            <a:ext cx="2560320" cy="1463040"/>
          </a:xfrm>
          <a:prstGeom prst="rect">
            <a:avLst/>
          </a:prstGeom>
          <a:solidFill>
            <a:srgbClr val="180707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91472" y="3685032"/>
            <a:ext cx="24140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7B72"/>
                </a:solidFill>
              </a:rPr>
              <a:t>⚡  Normally: LLM API calls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3959352"/>
            <a:ext cx="2414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7B72"/>
                </a:solidFill>
              </a:rPr>
              <a:t>✗  Embedding API  (text-embedding-ada-002)
   → replaced by all-MiniLM-L6-v2
      runs locally, no API key, no cloud
✗  Answer generation  (GPT-4 / Claude API)
   → not needed: Copilot IS the LLM
      receives chunks, synthesises answer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508760" y="1325880"/>
            <a:ext cx="3337560" cy="640080"/>
          </a:xfrm>
          <a:prstGeom prst="bentConnector3">
            <a:avLst/>
          </a:prstGeom>
          <a:ln w="15876">
            <a:solidFill>
              <a:srgbClr val="BC8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049523" y="1517903"/>
            <a:ext cx="256032" cy="256032"/>
          </a:xfrm>
          <a:prstGeom prst="rect">
            <a:avLst/>
          </a:prstGeom>
          <a:solidFill>
            <a:srgbClr val="BC8CF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49523" y="149961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480560" y="1325880"/>
            <a:ext cx="1645919" cy="64008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175504" y="1229867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75504" y="121158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1266443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</a:rPr>
              <a:t>×3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834640" y="1687068"/>
            <a:ext cx="365760" cy="690372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34640" y="2377440"/>
            <a:ext cx="365760" cy="251460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34640" y="2377440"/>
            <a:ext cx="365760" cy="1193292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889503" y="2375153"/>
            <a:ext cx="256032" cy="2560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9503" y="2356865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760720" y="1687068"/>
            <a:ext cx="731520" cy="644652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760720" y="2331720"/>
            <a:ext cx="731520" cy="297180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760720" y="2331720"/>
            <a:ext cx="731520" cy="1239012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5998464" y="2352294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98464" y="233400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4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61120" y="2331720"/>
            <a:ext cx="457200" cy="45720"/>
          </a:xfrm>
          <a:prstGeom prst="bentConnector3">
            <a:avLst/>
          </a:prstGeom>
          <a:ln w="15876">
            <a:solidFill>
              <a:srgbClr val="F0F6FC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061704" y="2226564"/>
            <a:ext cx="256032" cy="256032"/>
          </a:xfrm>
          <a:prstGeom prst="rect">
            <a:avLst/>
          </a:prstGeom>
          <a:solidFill>
            <a:srgbClr val="F0F6FC"/>
          </a:solidFill>
          <a:ln w="9525">
            <a:solidFill>
              <a:srgbClr val="F0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61704" y="220827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726679" y="2834640"/>
            <a:ext cx="0" cy="868680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598663" y="3140964"/>
            <a:ext cx="256032" cy="2560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98663" y="312267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6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949440" y="4361688"/>
            <a:ext cx="365759" cy="347472"/>
          </a:xfrm>
          <a:prstGeom prst="bentConnector3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8138159" y="4361688"/>
            <a:ext cx="822960" cy="347472"/>
          </a:xfrm>
          <a:prstGeom prst="bentConnector3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004304" y="4407408"/>
            <a:ext cx="256032" cy="256032"/>
          </a:xfrm>
          <a:prstGeom prst="rect">
            <a:avLst/>
          </a:prstGeom>
          <a:solidFill>
            <a:srgbClr val="8B949E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438912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" y="5650992"/>
            <a:ext cx="201168" cy="141732"/>
          </a:xfrm>
          <a:prstGeom prst="rect">
            <a:avLst/>
          </a:prstGeom>
          <a:solidFill>
            <a:srgbClr val="BC8CF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564184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1  get_relevant_repos(query_text)  →  [repo1, repo2]  (MCP/stdio, JSON-RPC 2.0)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" y="5820156"/>
            <a:ext cx="201168" cy="1417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8" y="58110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2  query_repo(feature_request)  →  RELEVANT KNOWLEDGE:...  (MCP/stdio, ×3 calls)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5989320"/>
            <a:ext cx="201168" cy="1417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598017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3  route  →  query_repo on all repos  →  min(len/800, 1.0) score, return top-2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6158484"/>
            <a:ext cx="201168" cy="1417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" y="614934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4  query(feature_request)  →  chunks + L2 distances  (internal, per-agent)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650992"/>
            <a:ext cx="201168" cy="141732"/>
          </a:xfrm>
          <a:prstGeom prst="rect">
            <a:avLst/>
          </a:prstGeom>
          <a:solidFill>
            <a:srgbClr val="F0F6FC"/>
          </a:solidFill>
          <a:ln w="9525">
            <a:solidFill>
              <a:srgbClr val="F0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64808" y="564184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5  encode(text)  →  384-dim float[]  (sentence-transformers, local CPU/GPU)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5820156"/>
            <a:ext cx="201168" cy="1417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64808" y="58110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6  vector similarity search  →  top-k chunks + L2 dist  (ChromaDB)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5989320"/>
            <a:ext cx="201168" cy="141732"/>
          </a:xfrm>
          <a:prstGeom prst="rect">
            <a:avLst/>
          </a:prstGeom>
          <a:solidFill>
            <a:srgbClr val="8B949E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64808" y="598017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7  indexed at startup  →  text split → embed → stored in .chroma_db/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What the user does —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801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98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Clone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2801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3898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git clone &lt;this repo&gt;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928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17830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928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Copy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3552" y="17830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Copy models/all-MiniLM-L6-v2/ into repo root  (offline, ~90 MB)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957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" y="22860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3957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Install dependencies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2" y="22860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3957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pip install -r requirements.txt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8892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89864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" y="278892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89864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orchestrator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78892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289864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orchestrator/mcp/config.yaml — list all subsystem repos +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9184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40156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329184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40156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Add agent files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2" y="329184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40156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cp repo-agent/mcp/ knowledge/ .github/  into each subsystem repo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9044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37947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044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each repo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37947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39044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each repo's mcp/config.yaml — set repo_name and src_path (glob ok)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976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4074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" y="42976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074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Run setup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73552" y="42976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4074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python orchestrator/setup.py — generates mcp.json + copilot-instructions.md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006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9103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" y="48006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9103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Open in VS Code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3552" y="48006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49103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source .venv/bin/activate  &amp;&amp;  code /path/to/repo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Only config.yaml files are ever edited by the user — everything else is generated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58A6FF"/>
                </a:solidFill>
              </a:rPr>
              <a:t>Let's 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1 — watch live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7627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tail -f /tmp/mcp-orchestration.log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2 — run the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18211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9184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python test_mcp.py "dose control feedback wafer exposure scan timing"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docs (top_k=3)...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6344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77316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Docs: 3 results, 480 chars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source code (top_k=3)...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39496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550468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Code: 3 results, 620 chars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76072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87044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[orchestrator]  [RESULT] Selected: ['expose_sequence', 'illumination']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446520"/>
            <a:ext cx="10332720" cy="34747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556248"/>
            <a:ext cx="101132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🎯  Output saved to feature_analysis.md — paste into Copilot chat for cross-subsystem Solution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