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AGENTIC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7373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58A6FF"/>
                </a:solidFill>
              </a:rPr>
              <a:t>Multi-Repo Agentic
Orchestration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8B949E"/>
                </a:solidFill>
              </a:rPr>
              <a:t>Cross-repo AI awareness for lithography software development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MCP Protocol</a:t>
            </a:r>
          </a:p>
        </p:txBody>
      </p:sp>
      <p:sp>
        <p:nvSpPr>
          <p:cNvPr id="7" name="Rectangle 6"/>
          <p:cNvSpPr/>
          <p:nvPr/>
        </p:nvSpPr>
        <p:spPr>
          <a:xfrm>
            <a:off x="2542032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RAG</a:t>
            </a:r>
          </a:p>
        </p:txBody>
      </p:sp>
      <p:sp>
        <p:nvSpPr>
          <p:cNvPr id="9" name="Rectangle 8"/>
          <p:cNvSpPr/>
          <p:nvPr/>
        </p:nvSpPr>
        <p:spPr>
          <a:xfrm>
            <a:off x="3986784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96512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ChromaDB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31536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41264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sentence-transformers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76288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FastMCP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GitHub Copilot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65792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Python 3.11+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Copilot sees only one repo at a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Real features span multiple lithography subsystems — but your AI assistant is blind to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737360"/>
            <a:ext cx="2560320" cy="6400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847088"/>
            <a:ext cx="23408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F6FC"/>
                </a:solidFill>
              </a:rPr>
              <a:t>📦  scan_manager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0" y="1737360"/>
            <a:ext cx="2560320" cy="6400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18688" y="1847088"/>
            <a:ext cx="23408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F6FC"/>
                </a:solidFill>
              </a:rPr>
              <a:t>📦  illumination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1737360"/>
            <a:ext cx="2560320" cy="6400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61888" y="1847088"/>
            <a:ext cx="23408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F6FC"/>
                </a:solidFill>
              </a:rPr>
              <a:t>📦  expose_sequence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1737360"/>
            <a:ext cx="2560320" cy="6400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05088" y="1847088"/>
            <a:ext cx="23408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F6FC"/>
                </a:solidFill>
              </a:rPr>
              <a:t>📦  wafer_handler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2651760"/>
            <a:ext cx="2560320" cy="731520"/>
          </a:xfrm>
          <a:prstGeom prst="rect">
            <a:avLst/>
          </a:prstGeom>
          <a:solidFill>
            <a:srgbClr val="2D1F47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8688" y="2761488"/>
            <a:ext cx="23408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C8CFF"/>
                </a:solidFill>
              </a:rPr>
              <a:t>🤖  GitHub Copilot
     sees only scan_manager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57600"/>
            <a:ext cx="11430000" cy="457200"/>
          </a:xfrm>
          <a:prstGeom prst="rect">
            <a:avLst/>
          </a:prstGeom>
          <a:solidFill>
            <a:srgbClr val="1A0A0A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3767328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🔴   A dose control change in expose_sequence must align with scan_manager timing — Copilot cannot see this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06240"/>
            <a:ext cx="11430000" cy="457200"/>
          </a:xfrm>
          <a:prstGeom prst="rect">
            <a:avLst/>
          </a:prstGeom>
          <a:solidFill>
            <a:srgbClr val="1A0A0A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4315968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🔴   Illumination parameter updates affect exposure logic across repos — completely invisible to the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754880"/>
            <a:ext cx="11430000" cy="457200"/>
          </a:xfrm>
          <a:prstGeom prst="rect">
            <a:avLst/>
          </a:prstGeom>
          <a:solidFill>
            <a:srgbClr val="1A0A0A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4864608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🔴   Developer must manually gather context from all subsystem repos before every cross-repo question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303520"/>
            <a:ext cx="11430000" cy="457200"/>
          </a:xfrm>
          <a:prstGeom prst="rect">
            <a:avLst/>
          </a:prstGeom>
          <a:solidFill>
            <a:srgbClr val="1A0A0A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5413248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🔴   AI suggestions are incomplete — only one subsystem's perspective, missing critical dependencies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An orchestra of specialised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Each subsystem repo has its own agent. An orchestrator routes intelligently. Copilot synthesises.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1645920"/>
            <a:ext cx="3931920" cy="548640"/>
          </a:xfrm>
          <a:prstGeom prst="rect">
            <a:avLst/>
          </a:prstGeom>
          <a:solidFill>
            <a:srgbClr val="2D1F47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24528" y="1755648"/>
            <a:ext cx="37124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BC8CFF"/>
                </a:solidFill>
              </a:rPr>
              <a:t>🤖  GitHub Copilot  (Agent mode)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2286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8A6FF"/>
                </a:solidFill>
              </a:rPr>
              <a:t>↕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743200"/>
            <a:ext cx="4480560" cy="8686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50208" y="2852928"/>
            <a:ext cx="4261104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FB950"/>
                </a:solidFill>
              </a:rPr>
              <a:t>🎯  Orchestrator
     Routes by RAG relevance score
     Returns top 2 relevant repos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703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8A6FF"/>
                </a:solidFill>
              </a:rPr>
              <a:t>↙                    ↓                    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160520"/>
            <a:ext cx="3017520" cy="68580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270248"/>
            <a:ext cx="2798064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8A6FF"/>
                </a:solidFill>
              </a:rPr>
              <a:t>📦  scan_manager
     RAG index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4160520"/>
            <a:ext cx="3017520" cy="68580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4270248"/>
            <a:ext cx="2798064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8A6FF"/>
                </a:solidFill>
              </a:rPr>
              <a:t>📦  illumination
     RAG index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4160520"/>
            <a:ext cx="3017520" cy="68580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4270248"/>
            <a:ext cx="2798064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8A6FF"/>
                </a:solidFill>
              </a:rPr>
              <a:t>📦  expose_sequence
     RAG index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230368"/>
            <a:ext cx="10479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FB950"/>
                </a:solidFill>
              </a:rPr>
              <a:t>✅  Feature Analysis Document — cross-subsystem, complete, grounded in real knowledge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How it all fits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2011680" cy="34747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389888"/>
            <a:ext cx="179222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0" y="1280160"/>
            <a:ext cx="3931920" cy="34747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70048" y="1389888"/>
            <a:ext cx="371246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1280160"/>
            <a:ext cx="5120640" cy="34747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4848" y="1389888"/>
            <a:ext cx="490118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Role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2763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73736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AI Interface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0" y="162763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70048" y="173736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GitHub Copilot + Agent mode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162763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4848" y="173736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Developer's entry point — types feature request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13055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224028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Instructions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213055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0048" y="224028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copilot-instructions.md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0" y="213055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4848" y="224028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Tells Copilot to call MCP tools in order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63347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74320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Tool Config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0" y="263347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70048" y="274320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.vscode/mcp.json  (auto-generated)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263347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4848" y="274320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Wires up all MCP servers with absolute paths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13639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324612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Orchestrator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0" y="313639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70048" y="324612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router_mcp_server.py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0" y="313639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84848" y="324612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Routes query to most relevant subsystem repos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63931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74904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Repo Agents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60320" y="363931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70048" y="374904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mcp_server.py  (per repo)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75120" y="363931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84848" y="374904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Exposes query_repo tool, runs RAG search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14223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425196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Knowledge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0" y="414223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670048" y="425196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repo_rag.py + ChromaDB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75120" y="414223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84848" y="425196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Indexes docs + source code, serves queries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64515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475488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Embedding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60320" y="464515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70048" y="475488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all-MiniLM-L6-v2  (local, ~90 MB)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5120" y="464515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84848" y="475488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Converts text to semantic vectors, fully offline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883E"/>
                </a:solidFill>
              </a:rPr>
              <a:t>★  One setup.py generates all mcp.json and copilot-instructions.md files automatically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Purpose-built from proven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Every layer is local — no cloud calls, no data leaves your machine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201168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709928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C8CFF"/>
                </a:solidFill>
              </a:rPr>
              <a:t>AI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68880" y="1600200"/>
            <a:ext cx="93268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78608" y="1709928"/>
            <a:ext cx="91074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GitHub Copilot  ·  Agent Mode  ·  copilot-instructions.md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194560"/>
            <a:ext cx="201168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304288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Communication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2194560"/>
            <a:ext cx="93268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78608" y="2304288"/>
            <a:ext cx="91074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MCP — Model Context Protocol  ·  stdio transport  ·  JSON-RPC 2.0  ·  FastMCP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788920"/>
            <a:ext cx="201168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2898648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FB950"/>
                </a:solidFill>
              </a:rPr>
              <a:t>Knowledge / RAG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8880" y="2788920"/>
            <a:ext cx="93268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78608" y="2898648"/>
            <a:ext cx="91074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ChromaDB (vector store)  ·  sentence-transformers  ·  all-MiniLM-L6-v2 (local model)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383280"/>
            <a:ext cx="201168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3493008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883E"/>
                </a:solidFill>
              </a:rPr>
              <a:t>Config / Infra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68880" y="3383280"/>
            <a:ext cx="93268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78608" y="3493008"/>
            <a:ext cx="91074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config.yaml  ·  mcp.json (auto-generated)  ·  Python 3.11+  ·  pysqlite3-binary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977640"/>
            <a:ext cx="201168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4087368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7B72"/>
                </a:solidFill>
              </a:rPr>
              <a:t>IDE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8880" y="3977640"/>
            <a:ext cx="93268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78608" y="4087368"/>
            <a:ext cx="91074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VS Code  ·  .vscode/mcp.json  ·  .github/copilot-instructions.md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4 steps, fully automatic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0883E"/>
                </a:solidFill>
              </a:rPr>
              <a:t>Developer: "Add real-time dose control feedback during wafer exposure"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" y="1691640"/>
            <a:ext cx="411480" cy="411480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801368"/>
            <a:ext cx="19202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8A6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194560"/>
            <a:ext cx="26517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2304288"/>
            <a:ext cx="24323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6FC"/>
                </a:solidFill>
              </a:rPr>
              <a:t>Route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697480"/>
            <a:ext cx="2651760" cy="6400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28072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FB950"/>
                </a:solidFill>
              </a:rPr>
              <a:t>orchestrator_router
.get_relevant_repos()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429000"/>
            <a:ext cx="2651760" cy="100584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3538728"/>
            <a:ext cx="2432304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Queries each repo RAG
Scores by content length
Returns top 2 repos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526280"/>
            <a:ext cx="2651760" cy="640080"/>
          </a:xfrm>
          <a:prstGeom prst="rect">
            <a:avLst/>
          </a:prstGeom>
          <a:solidFill>
            <a:srgbClr val="1F12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46360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883E"/>
                </a:solidFill>
              </a:rPr>
              <a:t>expose_sequence: 0.91
illumination: 0.74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320040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8A6FF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41648" y="1691640"/>
            <a:ext cx="411480" cy="411480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51376" y="1801368"/>
            <a:ext cx="19202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8A6FF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64408" y="2194560"/>
            <a:ext cx="26517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74136" y="2304288"/>
            <a:ext cx="24323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6FC"/>
                </a:solidFill>
              </a:rPr>
              <a:t>Own Repo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64408" y="2697480"/>
            <a:ext cx="2651760" cy="6400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74136" y="28072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FB950"/>
                </a:solidFill>
              </a:rPr>
              <a:t>scan_manager
.query_repo()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64408" y="3429000"/>
            <a:ext cx="2651760" cy="100584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74136" y="3538728"/>
            <a:ext cx="2432304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Searches own docs
+ source code via RAG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64408" y="4526280"/>
            <a:ext cx="2651760" cy="640080"/>
          </a:xfrm>
          <a:prstGeom prst="rect">
            <a:avLst/>
          </a:prstGeom>
          <a:solidFill>
            <a:srgbClr val="1F12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74136" y="46360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883E"/>
                </a:solidFill>
              </a:rPr>
              <a:t>Returns scan timing,
stage control knowledge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20040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8A6FF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31736" y="1691640"/>
            <a:ext cx="411480" cy="411480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41464" y="1801368"/>
            <a:ext cx="19202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8A6FF"/>
                </a:solidFill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54496" y="2194560"/>
            <a:ext cx="26517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2304288"/>
            <a:ext cx="24323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6FC"/>
                </a:solidFill>
              </a:rPr>
              <a:t>Query Peers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54496" y="2697480"/>
            <a:ext cx="2651760" cy="6400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64224" y="28072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FB950"/>
                </a:solidFill>
              </a:rPr>
              <a:t>expose_sequence
.query_repo()
illumination
.query_repo()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54496" y="3429000"/>
            <a:ext cx="2651760" cy="100584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3538728"/>
            <a:ext cx="2432304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Retrieves dose calc,
pulse control knowledge
from selected peers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54496" y="4526280"/>
            <a:ext cx="2651760" cy="640080"/>
          </a:xfrm>
          <a:prstGeom prst="rect">
            <a:avLst/>
          </a:prstGeom>
          <a:solidFill>
            <a:srgbClr val="1F12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4224" y="46360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883E"/>
                </a:solidFill>
              </a:rPr>
              <a:t>Returns combined
knowledge chunks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33688" y="320040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8A6FF"/>
                </a:solidFill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21824" y="1691640"/>
            <a:ext cx="411480" cy="411480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31552" y="1801368"/>
            <a:ext cx="19202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8A6FF"/>
                </a:solidFill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44584" y="2194560"/>
            <a:ext cx="26517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54312" y="2304288"/>
            <a:ext cx="24323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6FC"/>
                </a:solidFill>
              </a:rPr>
              <a:t>Synthesise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44584" y="2697480"/>
            <a:ext cx="2651760" cy="6400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54312" y="28072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FB950"/>
                </a:solidFill>
              </a:rPr>
              <a:t>Feature Analysis
Document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44584" y="3429000"/>
            <a:ext cx="2651760" cy="100584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54312" y="3538728"/>
            <a:ext cx="2432304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Current State per repo
+ cross-subsystem
Solution Design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44584" y="4526280"/>
            <a:ext cx="2651760" cy="640080"/>
          </a:xfrm>
          <a:prstGeom prst="rect">
            <a:avLst/>
          </a:prstGeom>
          <a:solidFill>
            <a:srgbClr val="1F12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54312" y="46360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883E"/>
                </a:solidFill>
              </a:rPr>
              <a:t>Complete cross-repo
answer for Copilot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UNDER THE HOOD —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How each agent knows its subsystem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Retrieval-Augmented Generation — semantic search over your own docs and source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5394960" cy="365760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709928"/>
            <a:ext cx="517550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8A6FF"/>
                </a:solidFill>
              </a:rPr>
              <a:t>PHASE 1 — Indexing  (runs once on first start)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57400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167128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📄  .md docs (knowledge/ + BB-*/*/docs)  →  split into chunks  →  embed  →  ChromaDB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87168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596896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💻  Source code (BB-*/*/com)              →  split into chunks  →  embed  →  ChromaDB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16936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3026664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💾  Stored in .chroma_db/  —  persistent cache, rebuilt on each test run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383280"/>
            <a:ext cx="5394960" cy="36576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3493008"/>
            <a:ext cx="517550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</a:rPr>
              <a:t>PHASE 2 — Query  (every call to query_repo)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840480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3950208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883E"/>
                </a:solidFill>
              </a:rPr>
              <a:t>❓  Feature request: "dose control feedback wafer exposure scan timing"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70248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4379976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     →  embed query  →  search docs collection  (top 3 semantically similar chunks)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700016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4809744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     →  search code collection  (top 3 chunks) — always, not just when docs are thin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129784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5239512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     →  return:  [From documentation] ...  +  [From source code] ...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559552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5669280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     →  orchestrator scores:  min(content_length / 800,  1.0)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UNDER THE HOOD —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How agents communicate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Model Context Protocol — stdin/stdout only, no network ports, no cloud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8229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709928"/>
            <a:ext cx="6035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8B949E"/>
                </a:solidFill>
              </a:rPr>
              <a:t>msg 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1600200"/>
            <a:ext cx="3474720" cy="4114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89888" y="1709928"/>
            <a:ext cx="325526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</a:rPr>
              <a:t>initialize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600200"/>
            <a:ext cx="6949440" cy="41148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56048" y="1709928"/>
            <a:ext cx="672998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Handshake — agree on protocol 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75688"/>
            <a:ext cx="8229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185416"/>
            <a:ext cx="6035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8B949E"/>
                </a:solidFill>
              </a:rPr>
              <a:t>msg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80160" y="2075688"/>
            <a:ext cx="3474720" cy="4114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9888" y="2185416"/>
            <a:ext cx="325526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</a:rPr>
              <a:t>notifications/initialized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2075688"/>
            <a:ext cx="6949440" cy="41148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2185416"/>
            <a:ext cx="672998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Client confirms ready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51176"/>
            <a:ext cx="8229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2660904"/>
            <a:ext cx="6035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8B949E"/>
                </a:solidFill>
              </a:rPr>
              <a:t>msg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2551176"/>
            <a:ext cx="3474720" cy="4114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9888" y="2660904"/>
            <a:ext cx="325526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</a:rPr>
              <a:t>tools/call  →  query_repo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2551176"/>
            <a:ext cx="6949440" cy="41148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2660904"/>
            <a:ext cx="672998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Actual RAG query — returns relevant knowledge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026664"/>
            <a:ext cx="8229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3136392"/>
            <a:ext cx="6035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8B949E"/>
                </a:solidFill>
              </a:rPr>
              <a:t>reply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26664"/>
            <a:ext cx="3474720" cy="4114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89888" y="3136392"/>
            <a:ext cx="325526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</a:rPr>
              <a:t>result.content[0].text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46320" y="3026664"/>
            <a:ext cx="6949440" cy="41148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3136392"/>
            <a:ext cx="672998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RELEVANT KNOWLEDGE: [docs] ... [source code] ...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931920"/>
            <a:ext cx="5577840" cy="256032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041648"/>
            <a:ext cx="5358384" cy="2340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router_mcp_server.py
Tool: get_relevant_repos
Called by Copilot in step 1
Spawns each repo agent as subprocess
Scores responses, returns top 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931920"/>
            <a:ext cx="5577840" cy="256032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7648" y="4041648"/>
            <a:ext cx="5358384" cy="2340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mcp_server.py  (per subsystem repo)
Tool: query_repo
Called by Copilot + orchestrator
Searches ChromaDB for relevant chunks
Returns docs + source code knowledge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DATA FLOW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3383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F0F6FC"/>
                </a:solidFill>
              </a:rPr>
              <a:t>Agentic Orchestration — Components, Interfaces &amp; Data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0" y="758952"/>
            <a:ext cx="3291840" cy="566928"/>
          </a:xfrm>
          <a:prstGeom prst="rect">
            <a:avLst/>
          </a:prstGeom>
          <a:solidFill>
            <a:srgbClr val="2D1F47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977639" y="832103"/>
            <a:ext cx="3200400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C8CFF"/>
                </a:solidFill>
              </a:rPr>
              <a:t>GitHub Copilot  (Agent Mode  ·  LLM)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965960"/>
            <a:ext cx="2651760" cy="82296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2039112"/>
            <a:ext cx="256032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FB950"/>
                </a:solidFill>
              </a:rPr>
              <a:t>Orchestrator
router_mcp_server.py
get_relevant_repos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389888"/>
            <a:ext cx="2560320" cy="59436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46120" y="1426464"/>
            <a:ext cx="24688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58A6FF"/>
                </a:solidFill>
              </a:rPr>
              <a:t>scan_manager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1728216"/>
            <a:ext cx="24688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8A6FF"/>
                </a:solidFill>
              </a:rPr>
              <a:t>mcp_server.py  ·  query_repo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2331720"/>
            <a:ext cx="2560320" cy="59436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2368296"/>
            <a:ext cx="24688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58A6FF"/>
                </a:solidFill>
              </a:rPr>
              <a:t>illumination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670048"/>
            <a:ext cx="24688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8A6FF"/>
                </a:solidFill>
              </a:rPr>
              <a:t>mcp_server.py  ·  query_repo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3273552"/>
            <a:ext cx="2560320" cy="59436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3310128"/>
            <a:ext cx="24688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58A6FF"/>
                </a:solidFill>
              </a:rPr>
              <a:t>expose_sequence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3611880"/>
            <a:ext cx="24688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8A6FF"/>
                </a:solidFill>
              </a:rPr>
              <a:t>mcp_server.py  ·  query_repo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600200"/>
            <a:ext cx="2468880" cy="777240"/>
          </a:xfrm>
          <a:prstGeom prst="rect">
            <a:avLst/>
          </a:prstGeom>
          <a:solidFill>
            <a:srgbClr val="2A16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1673352"/>
            <a:ext cx="237744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0883E"/>
                </a:solidFill>
              </a:rPr>
              <a:t>RAG Engine
repo_rag.py
hybrid: semantic + keyword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2560320"/>
            <a:ext cx="2468880" cy="713232"/>
          </a:xfrm>
          <a:prstGeom prst="rect">
            <a:avLst/>
          </a:prstGeom>
          <a:solidFill>
            <a:srgbClr val="10182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59" y="2633472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0F6FC"/>
                </a:solidFill>
              </a:rPr>
              <a:t>Embedding Model
all-MiniLM-L6-v2
local  ·  offline  ·  ~90 MB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474720"/>
            <a:ext cx="2468880" cy="658368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59" y="3547872"/>
            <a:ext cx="2377440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B950"/>
                </a:solidFill>
              </a:rPr>
              <a:t>ChromaDB  ·  .chroma_db/
vector store  ·  L2 distance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60" y="4617720"/>
            <a:ext cx="1737360" cy="566928"/>
          </a:xfrm>
          <a:prstGeom prst="rect">
            <a:avLst/>
          </a:prstGeom>
          <a:solidFill>
            <a:srgbClr val="161B22"/>
          </a:solidFill>
          <a:ln w="9525">
            <a:solidFill>
              <a:srgbClr val="8B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08192" y="4672583"/>
            <a:ext cx="1682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B949E"/>
                </a:solidFill>
              </a:rPr>
              <a:t>.md Docs
knowledge/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92440" y="4617720"/>
            <a:ext cx="1737360" cy="566928"/>
          </a:xfrm>
          <a:prstGeom prst="rect">
            <a:avLst/>
          </a:prstGeom>
          <a:solidFill>
            <a:srgbClr val="161B22"/>
          </a:solidFill>
          <a:ln w="9525">
            <a:solidFill>
              <a:srgbClr val="8B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19871" y="4672583"/>
            <a:ext cx="1682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B949E"/>
                </a:solidFill>
              </a:rPr>
              <a:t>Source Code
./src  (12 languages)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0" y="1600200"/>
            <a:ext cx="2560320" cy="1874519"/>
          </a:xfrm>
          <a:prstGeom prst="rect">
            <a:avLst/>
          </a:prstGeom>
          <a:solidFill>
            <a:srgbClr val="180707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91472" y="1673352"/>
            <a:ext cx="24140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7B72"/>
                </a:solidFill>
              </a:rPr>
              <a:t>⚡  Normally: LLM API calls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91472" y="1947672"/>
            <a:ext cx="2414015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7B72"/>
                </a:solidFill>
              </a:rPr>
              <a:t>✗  Embedding API  (text-embedding-ada-002)
   → replaced by all-MiniLM-L6-v2
      runs locally, no API key, no cloud
✗  Answer generation  (GPT-4 / Claude API)
   → not needed: Copilot IS the LLM
      receives chunks, synthesises answer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1508760" y="1325880"/>
            <a:ext cx="3337560" cy="640080"/>
          </a:xfrm>
          <a:prstGeom prst="bentConnector3">
            <a:avLst/>
          </a:prstGeom>
          <a:ln w="15876">
            <a:solidFill>
              <a:srgbClr val="BC8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049523" y="1517903"/>
            <a:ext cx="256032" cy="256032"/>
          </a:xfrm>
          <a:prstGeom prst="rect">
            <a:avLst/>
          </a:prstGeom>
          <a:solidFill>
            <a:srgbClr val="BC8CFF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49523" y="149961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D1117"/>
                </a:solidFill>
              </a:rPr>
              <a:t>1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4480560" y="1325880"/>
            <a:ext cx="1554480" cy="1303020"/>
          </a:xfrm>
          <a:prstGeom prst="bentConnector3">
            <a:avLst/>
          </a:prstGeom>
          <a:ln w="15876">
            <a:solidFill>
              <a:srgbClr val="58A6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5129784" y="1849374"/>
            <a:ext cx="256032" cy="256032"/>
          </a:xfrm>
          <a:prstGeom prst="rect">
            <a:avLst/>
          </a:prstGeom>
          <a:solidFill>
            <a:srgbClr val="58A6F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9784" y="183108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D1117"/>
                </a:solidFill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85816" y="1867662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8A6FF"/>
                </a:solidFill>
              </a:rPr>
              <a:t>×3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2834640" y="1687068"/>
            <a:ext cx="365760" cy="690372"/>
          </a:xfrm>
          <a:prstGeom prst="bentConnector3">
            <a:avLst/>
          </a:prstGeom>
          <a:ln w="15876">
            <a:solidFill>
              <a:srgbClr val="3FB9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834640" y="2377440"/>
            <a:ext cx="365760" cy="251460"/>
          </a:xfrm>
          <a:prstGeom prst="bentConnector3">
            <a:avLst/>
          </a:prstGeom>
          <a:ln w="15876">
            <a:solidFill>
              <a:srgbClr val="3FB9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834640" y="2377440"/>
            <a:ext cx="365760" cy="1193292"/>
          </a:xfrm>
          <a:prstGeom prst="bentConnector3">
            <a:avLst/>
          </a:prstGeom>
          <a:ln w="15876">
            <a:solidFill>
              <a:srgbClr val="3FB9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889503" y="2375153"/>
            <a:ext cx="256032" cy="256032"/>
          </a:xfrm>
          <a:prstGeom prst="rect">
            <a:avLst/>
          </a:prstGeom>
          <a:solidFill>
            <a:srgbClr val="3FB950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89503" y="2356865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D1117"/>
                </a:solidFill>
              </a:rPr>
              <a:t>3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760720" y="1687068"/>
            <a:ext cx="731520" cy="301751"/>
          </a:xfrm>
          <a:prstGeom prst="bentConnector3">
            <a:avLst/>
          </a:prstGeom>
          <a:ln w="15876">
            <a:solidFill>
              <a:srgbClr val="58A6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5760720" y="1988819"/>
            <a:ext cx="731520" cy="640081"/>
          </a:xfrm>
          <a:prstGeom prst="bentConnector3">
            <a:avLst/>
          </a:prstGeom>
          <a:ln w="15876">
            <a:solidFill>
              <a:srgbClr val="58A6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5760720" y="1988819"/>
            <a:ext cx="731520" cy="1581913"/>
          </a:xfrm>
          <a:prstGeom prst="bentConnector3">
            <a:avLst/>
          </a:prstGeom>
          <a:ln w="15876">
            <a:solidFill>
              <a:srgbClr val="58A6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5998464" y="2180844"/>
            <a:ext cx="256032" cy="256032"/>
          </a:xfrm>
          <a:prstGeom prst="rect">
            <a:avLst/>
          </a:prstGeom>
          <a:solidFill>
            <a:srgbClr val="58A6F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98464" y="21625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D1117"/>
                </a:solidFill>
              </a:rPr>
              <a:t>4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726679" y="2377440"/>
            <a:ext cx="0" cy="182880"/>
          </a:xfrm>
          <a:prstGeom prst="bentConnector3">
            <a:avLst/>
          </a:prstGeom>
          <a:ln w="15876">
            <a:solidFill>
              <a:srgbClr val="F0883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7598663" y="2340864"/>
            <a:ext cx="256032" cy="256032"/>
          </a:xfrm>
          <a:prstGeom prst="rect">
            <a:avLst/>
          </a:prstGeom>
          <a:solidFill>
            <a:srgbClr val="F0883E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98663" y="232257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D1117"/>
                </a:solidFill>
              </a:rPr>
              <a:t>5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726679" y="3273552"/>
            <a:ext cx="0" cy="201168"/>
          </a:xfrm>
          <a:prstGeom prst="bentConnector3">
            <a:avLst/>
          </a:prstGeom>
          <a:ln w="15876">
            <a:solidFill>
              <a:srgbClr val="58A6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7598663" y="3246120"/>
            <a:ext cx="256032" cy="256032"/>
          </a:xfrm>
          <a:prstGeom prst="rect">
            <a:avLst/>
          </a:prstGeom>
          <a:solidFill>
            <a:srgbClr val="58A6F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598663" y="3227832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D1117"/>
                </a:solidFill>
              </a:rPr>
              <a:t>6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6949440" y="3273552"/>
            <a:ext cx="411479" cy="1344168"/>
          </a:xfrm>
          <a:prstGeom prst="bentConnector3">
            <a:avLst/>
          </a:prstGeom>
          <a:ln w="15876">
            <a:solidFill>
              <a:srgbClr val="8B949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 flipV="1">
            <a:off x="8092440" y="3273552"/>
            <a:ext cx="868679" cy="1344168"/>
          </a:xfrm>
          <a:prstGeom prst="bentConnector3">
            <a:avLst/>
          </a:prstGeom>
          <a:ln w="15876">
            <a:solidFill>
              <a:srgbClr val="8B949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027164" y="3817620"/>
            <a:ext cx="256032" cy="256032"/>
          </a:xfrm>
          <a:prstGeom prst="rect">
            <a:avLst/>
          </a:prstGeom>
          <a:solidFill>
            <a:srgbClr val="8B949E"/>
          </a:solidFill>
          <a:ln w="9525">
            <a:solidFill>
              <a:srgbClr val="8B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27164" y="3799331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D1117"/>
                </a:solidFill>
              </a:rPr>
              <a:t>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28600" y="5650992"/>
            <a:ext cx="201168" cy="141732"/>
          </a:xfrm>
          <a:prstGeom prst="rect">
            <a:avLst/>
          </a:prstGeom>
          <a:solidFill>
            <a:srgbClr val="BC8CFF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75488" y="5641848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B949E"/>
                </a:solidFill>
              </a:rPr>
              <a:t>1  get_relevant_repos(query_text)  →  [repo1, repo2]  (MCP/stdio, JSON-RPC 2.0)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28600" y="5820156"/>
            <a:ext cx="201168" cy="141732"/>
          </a:xfrm>
          <a:prstGeom prst="rect">
            <a:avLst/>
          </a:prstGeom>
          <a:solidFill>
            <a:srgbClr val="58A6F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75488" y="581101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B949E"/>
                </a:solidFill>
              </a:rPr>
              <a:t>2  query_repo(feature_request)  →  RELEVANT KNOWLEDGE:...  (MCP/stdio, ×3 calls)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28600" y="5989320"/>
            <a:ext cx="201168" cy="141732"/>
          </a:xfrm>
          <a:prstGeom prst="rect">
            <a:avLst/>
          </a:prstGeom>
          <a:solidFill>
            <a:srgbClr val="3FB950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75488" y="5980176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B949E"/>
                </a:solidFill>
              </a:rPr>
              <a:t>3  route  →  query_repo on all repos  →  min(len/800, 1.0) score, return top-2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28600" y="6158484"/>
            <a:ext cx="201168" cy="141732"/>
          </a:xfrm>
          <a:prstGeom prst="rect">
            <a:avLst/>
          </a:prstGeom>
          <a:solidFill>
            <a:srgbClr val="58A6F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75488" y="6149340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B949E"/>
                </a:solidFill>
              </a:rPr>
              <a:t>4  query(feature_request)  →  chunks + L2 distances  (internal RAG call)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5650992"/>
            <a:ext cx="201168" cy="141732"/>
          </a:xfrm>
          <a:prstGeom prst="rect">
            <a:avLst/>
          </a:prstGeom>
          <a:solidFill>
            <a:srgbClr val="F0883E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64808" y="5641848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B949E"/>
                </a:solidFill>
              </a:rPr>
              <a:t>5  text chunks / query text  →  384-dim float[]  (RAG → Embedding Model)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17920" y="5820156"/>
            <a:ext cx="201168" cy="141732"/>
          </a:xfrm>
          <a:prstGeom prst="rect">
            <a:avLst/>
          </a:prstGeom>
          <a:solidFill>
            <a:srgbClr val="58A6F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64808" y="581101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B949E"/>
                </a:solidFill>
              </a:rPr>
              <a:t>6  vectors → store (index) / search (query)  →  top-k chunks + L2 dist  (ChromaDB)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17920" y="5989320"/>
            <a:ext cx="201168" cy="141732"/>
          </a:xfrm>
          <a:prstGeom prst="rect">
            <a:avLst/>
          </a:prstGeom>
          <a:solidFill>
            <a:srgbClr val="8B949E"/>
          </a:solidFill>
          <a:ln w="9525">
            <a:solidFill>
              <a:srgbClr val="8B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64808" y="5980176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B949E"/>
                </a:solidFill>
              </a:rPr>
              <a:t>7  startup indexing: docs+src → chunk → Embedding → vectors → ChromaDB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What the user does — once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38988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128016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8988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Clone framework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3273552" y="128016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38988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git clone &lt;this repo&gt;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89280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178308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89280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Copy embedding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73552" y="178308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189280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Copy models/all-MiniLM-L6-v2/ into repo root  (offline, ~90 MB)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28600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239572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" y="228600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239572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Install dependencies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3552" y="228600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239572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pip install -r requirements.txt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78892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89864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" y="278892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289864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Configure orchestrator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3552" y="278892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0" y="289864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Edit orchestrator/mcp/config.yaml — list all subsystem repos + paths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29184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340156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" y="329184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40156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Add agent files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73552" y="329184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83280" y="340156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cp repo-agent/mcp/ knowledge/ .github/  into each subsystem repo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79476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90448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2" y="379476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390448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Configure each repo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73552" y="379476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83280" y="390448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Edit each repo's mcp/config.yaml — set repo_name and src_path (glob ok)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29768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440740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672" y="429768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40740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Run setup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73552" y="429768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83280" y="440740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python orchestrator/setup.py — generates mcp.json + copilot-instructions.md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80060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491032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4672" y="480060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491032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Open in VS Code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73552" y="480060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83280" y="491032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source .venv/bin/activate  &amp;&amp;  code /path/to/repo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883E"/>
                </a:solidFill>
              </a:rPr>
              <a:t>★  Only config.yaml files are ever edited by the user — everything else is generated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58A6FF"/>
                </a:solidFill>
              </a:rPr>
              <a:t>Let's see it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949E"/>
                </a:solidFill>
              </a:rPr>
              <a:t>Terminal 1 — watch live logs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176272"/>
            <a:ext cx="10332720" cy="45720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286000"/>
            <a:ext cx="101132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B950"/>
                </a:solidFill>
              </a:rPr>
              <a:t>tail -f /tmp/mcp-orchestration.log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949E"/>
                </a:solidFill>
              </a:rPr>
              <a:t>Terminal 2 — run the simulation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182112"/>
            <a:ext cx="10332720" cy="45720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291840"/>
            <a:ext cx="101132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B950"/>
                </a:solidFill>
              </a:rPr>
              <a:t>python test_mcp.py "dose control feedback wafer exposure scan timing"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949E"/>
                </a:solidFill>
              </a:rPr>
              <a:t>Output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97680"/>
            <a:ext cx="10332720" cy="33832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4407408"/>
            <a:ext cx="10113264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</a:rPr>
              <a:t>LOG  |  [scan_manager]  [RAG]   Searching docs (top_k=3)...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663440"/>
            <a:ext cx="10332720" cy="33832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4773168"/>
            <a:ext cx="10113264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</a:rPr>
              <a:t>LOG  |  [scan_manager]  [RAG]   Docs: 3 results, 480 chars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029200"/>
            <a:ext cx="10332720" cy="33832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5138928"/>
            <a:ext cx="10113264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</a:rPr>
              <a:t>LOG  |  [scan_manager]  [RAG]   Searching source code (top_k=3)...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5394960"/>
            <a:ext cx="10332720" cy="33832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5504688"/>
            <a:ext cx="10113264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</a:rPr>
              <a:t>LOG  |  [scan_manager]  [RAG]   Code: 3 results, 620 chars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760720"/>
            <a:ext cx="10332720" cy="33832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5870448"/>
            <a:ext cx="10113264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</a:rPr>
              <a:t>LOG  |  [orchestrator]  [RESULT] Selected: ['expose_sequence', 'illumination']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6446520"/>
            <a:ext cx="10332720" cy="347472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" y="6556248"/>
            <a:ext cx="1011326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FB950"/>
                </a:solidFill>
              </a:rPr>
              <a:t>🎯  Output saved to feature_analysis.md — paste into Copilot chat for cross-subsystem Solution 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